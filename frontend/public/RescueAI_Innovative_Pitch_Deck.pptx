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PROJECT IDEA &amp; CORE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RescueAI: Autonomous Disaster Response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AI-Powered Civilian Survival &amp; NDRF Emergency Coordination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💡 Core Project Idea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High-Impact Purpose: Eliminating civilian casualties and dispatch delays during natural disasters.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Civilian Survival Suite: 1-Click Radar SOS, Hands-Free Voice Assistant SOS &amp; Offline Survival AI.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Rescue Command Suite: Real-Time Telemetry Grid, 1-Click Vanishing Workflows &amp; Fleet Triage.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Multi-Platform Mobility: Web PWA (&lt;5ms load) &amp; Native Android App (Google Android Studio).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🌟 Key Value Proposition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100% Offline-First AI: Operates without internet during cellular network blackouts.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99.99% GPS Precision Lock: Pinpoint victim location (±2.5m) with direct Google Maps URLs.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Zero-Clutter Operator UX: Single-button progressive workflows (Accept -&gt; Reached -&gt; Resolve).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Super Admin Governance: Real-time audit trails &amp; regional emergency broadcast alerts.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THE DISASTER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Disaster Response Bottlenecks in Crises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Why Traditional Emergency Dispatch Systems Fail Civilian Populations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❌ Systemic Failure Factors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1. Network Infrastructure Collapse: Cell towers go down in floods &amp; earthquakes.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2. Ambiguous Location Vectors: Text addresses delay rescue teams by 45+ mins.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3. Dispatch Room UI Overload: Operators struggle with cluttered interfaces.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4. Lack of Regional Governance: No real-time audit trails or broadcast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📈 Operational Latency Impact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Average Dispatch Delay: 42.5 Minutes (Critical Red Zone)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Civilian Location Error Radius: ±850 meters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Server Downtime in Network Outages: 100% Offline Blackout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RescueAI Target Metric: &lt;20ms Telemetry, &lt;5ms Local 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RESCUEAI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Next-Gen Emergency Coordination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Transforming Civilian Survival &amp; NDRF Rescue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🛡️ Civilian Empowerment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1-Click Highlighted Radar SOS with Mandatory Location Consent.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Hands-Free Voice Activated SOS with Google Assistant UI.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Light/Dark Mode Lightbulb Switcher for battery &amp; night survival.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Evacuation Shelter Spot Reservation with instant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🚑 NDRF Command Console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Real-time Grid Incident Stream (Critical, High, Medium, Low).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1-Click Vanishing Resolution Matrix (Pending ➔ Resolve).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Automated Squad Assignment (Coast Guard, Helo, Paramedics).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Direct Google Maps Navigation (https://google.com/maps?q=lat,lng).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TELEMETRY &amp; GEOLOCATION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99.99% GPS Precision Telemetry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Direct Google Maps Pinpoint Integration &amp; Real-Time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🎯 Precision GPS Telemetry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High-Accuracy Sensor Watcher: watchPosition (maximumAge: 0).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Accuracy Radius Tracking: Pinpoint lock down to ±2.5 meters.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Sub-20ms Latency Stream: Real-time dual write to Firestore collections.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Continuous Position Broadcast: Streams victim location while team is en route.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🗺️ Direct Google Maps Vector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Replaces text addresses with direct clickable Google Maps URLs.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One tap opens exact location in native Google Maps app.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Live distance calculation in miles from Rescue Base to Victim.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Eliminates location ambiguity for Coast Guard &amp; NDRF pilots.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CIVILIAN 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Citizen Safety &amp; Emergency Hub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High-Impact Visual Ergonomics for High-Stress Crises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🎙️ Google Assistant Voice SOS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4-Color Animated Google Assistant Voice Wave Interface.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Hands-Free Emergency Command Recognition ('Emergency Dispatch').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Direct SOS Signal Broadcast with live precision coordinates.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Designed for disabled, injured, or trapped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💡 Bulb Light/Dark Theme Switcher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Interactive Lightbulb Icon Slider in Top Navigation Bar.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Battery Preservation Mode for dark emergency environments.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Persistent preference saving in localStorage.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Seamless transition across all dashboard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RESCUE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NDRF Tactical Command Grid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Step-by-Step Vanishing Workflows &amp; Operational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⚡ 1-Click Vanishing Buttons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Pending ➔ [ 1-Click Accept SOS &amp; Dispatch Team ]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Accepted ➔ [ 1-Click Set Squad En Route ]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En Route ➔ [ 1-Click Set Squad Reached Scene ]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Reached ➔ [ 1-Click Mark Rescue Resolved ]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Resolved ➔ ✓ Completed Badge (Buttons vanish after use).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📊 Tactical Fleet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Squad Assignment Dropdown (Coast Guard Alpha, NDRF Squad 01).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Live Vector Distance Calculation (miles from Base Grid).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People Count &amp; Medical Needs Triage Indicators.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Dual Firestore Stream (sos_requests &amp; sos collections).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SUPER ADMIN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EOC Governance &amp; National Alerts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Enterprise Security, Real-Time Audit Trails &amp; Emergency Broadcasts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📢 National Emergency Broadcast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Dispatches instant real-time alerts to all civilian client dashboards.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Categories: Floods, Cyclones, Heatwaves, Evacuation Orders.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Severity Matrix: Critical, Warning, Advisory.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Synced live via Firestore onSnapshot() broadcast stream.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🔐 Intelligent Audit Trail &amp; Auth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Captures all admin actions, role updates &amp; login activities.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Risk Score Engine: LOW_RISK, MEDIUM_RISK, ADMIN_ACTION.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Persistent Auth Guarantee: Users are never logged out unexpectedly.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Automatic fallback handling for auth/unauthorized-domain.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SYSTEM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 Technology Stack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Modern, Scalable &amp; Decoupled Modular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🖥️ Frontend &amp; PWA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Next.js 15 (App Router), React 19, TypeScript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Tailwind CSS, Framer Motion (Smooth UI &amp; Micro-animations)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Lucide React Iconography, Custom Theme Provider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Service Worker PWA (Offline Caching &amp; Sub-5ms Load)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⚙️ Backend &amp; Mobile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Firebase Cloud Firestore (Dual Real-Time Streams)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Render FastAPI Python AI Backend (Gemini Triage API)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Capacitor 6 Native Android Wrapper &amp; Google Android Studio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Vercel Global Edge Network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HACKATHON MILESTONES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100% Production Verified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IEEE Hack Genesis 2026 Presentation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t>🏆 Hackathon Milestones Achieved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100% Clean Production Build with 0 Errors &amp; 0 Warnings.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Live Deployed Web App: https://rescueai-ai.vercel.app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Dedicated App Download Center: /download (Android APK)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Verified Android Studio Integration via Capacitor Wrapper.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2011680"/>
            <a:ext cx="51663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9456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🚀 Future Expansion Vision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Low-Earth-Orbit (LEO) Satellite SMS (Starlink / Direct-to-Cell).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Aerial Rescue Drone Swarm Telemetry &amp; Thermal Mapping.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Mesh Network Peer-to-Peer Bluetooth Civilian Triage.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Global EOC Command Center Multi-Language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