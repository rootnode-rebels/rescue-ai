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IEEE HACK GENESIS 2026 • OFFICIAL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RescueAI: Autonomous Disaster Response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Offline-First AI Triage, 99.99% GPS Telemetry &amp; Vanishing Rescue Workflows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⚡ Core Innovation Highlights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Sub-5ms Stale-While-Revalidate PWA &amp; Mobile App Engine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99.99% Location Precision Lock with Direct Google Maps URLs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Hands-Free Google Assistant Voice SOS &amp; 4-Color Wave Calling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1-Click Vanishing Resolution Buttons (Accept ➔ Reached ➔ Resolve)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100% Offline Emergency AI Survival Bot (Zero Internet Required)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🌐 Platform Deployment Links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Live Web App: https://rescueai-ai.vercel.app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App Download Center: /download (Android APK)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Super Admin Console: /admin (National Alerts)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Rescue Command Grid: /rescue-dashboard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Status: 100% Verified Production Ready (0 Errors)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THE DISASTER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Disaster Response Bottlenecks in Crises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Why Traditional Emergency Dispatch Systems Fail Civilian Populations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❌ Systemic Failure Factors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1. Network Infrastructure Collapse: Cell towers go down in floods &amp; earthquakes.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2. Ambiguous Location Vectors: Text addresses delay rescue teams by 45+ mins.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3. Dispatch Room UI Overload: Operators struggle with cluttered interfaces.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4. Lack of Regional Governance: No real-time audit trails or broadcast alerts.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📈 Operational Latency Impact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Average Dispatch Delay: 42.5 Minutes (Critical Red Zone)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Civilian Location Error Radius: ±850 meters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Server Downtime in Network Outages: 100% Offline Blackout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RescueAI Target Metric: &lt;20ms Telemetry, &lt;5ms Local Load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RESCUEAI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Next-Gen Emergency Coordination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Transforming Civilian Survival &amp; NDRF Rescue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🛡️ Civilian Empowerment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1-Click Highlighted Radar SOS with Mandatory Location Consent.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Hands-Free Voice Activated SOS with Google Assistant UI.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Light/Dark Mode Lightbulb Switcher for battery &amp; night survival.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Evacuation Shelter Spot Reservation with instant receipts.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🚑 NDRF Command Console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Real-time Grid Incident Stream (Critical, High, Medium, Low).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1-Click Vanishing Resolution Matrix (Pending ➔ Resolve).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Automated Squad Assignment (Coast Guard, Helo, Paramedics).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Direct Google Maps Navigation (https://google.com/maps?q=lat,lng).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TELEMETRY &amp; GEOLOCATION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99.99% GPS Precision Telemetry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Direct Google Maps Pinpoint Integration &amp; Real-Time Tracking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🎯 Precision GPS Telemetry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High-Accuracy Sensor Watcher: watchPosition (maximumAge: 0).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Accuracy Radius Tracking: Pinpoint lock down to ±2.5 meters.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Sub-20ms Latency Stream: Real-time dual write to Firestore collections.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Continuous Position Broadcast: Streams victim location while team is en route.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🗺️ Direct Google Maps Vector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Replaces text addresses with direct clickable Google Maps URLs.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One tap opens exact location in native Google Maps app.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Live distance calculation in miles from Rescue Base to Victim.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Eliminates location ambiguity for Coast Guard &amp; NDRF pilots.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OFFLINE RESILIENCE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100% Offline AI Emergency Triage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Sub-5ms Service Worker Caching &amp; Local Survival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⚡ Offline Emergency Bot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Functions 100% without cellular internet on Web &amp; Mobile PWA.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Embedded Survival Rules Engine: Floods, Tsunamis, Fires, CPR, Bleeding.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Detects network status (navigator.onLine) and switches seamlessly.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Auto-Sync: Synchronizes offline SOS logs to Gemini AI when reconnected.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🚀 Sub-5ms PWA Architecture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Stale-While-Revalidate Service Worker (public/sw.js).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Pre-caches core app shell for instant &lt;5ms page rendering.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Zero-Downtime Guarantee: App loads even during total blackout.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IndexedDB &amp; LocalStorage persistent state caching.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CIVILIAN UX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Citizen Safety &amp; Emergency Hub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High-Impact Visual Ergonomics for High-Stress Crises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🎙️ Google Assistant Voice SOS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4-Color Animated Google Assistant Voice Wave Interface.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Hands-Free Emergency Command Recognition ('Emergency Dispatch').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Direct SOS Signal Broadcast with live precision coordinates.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Designed for disabled, injured, or trapped individuals.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💡 Bulb Light/Dark Theme Switcher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Interactive Lightbulb Icon Slider in Top Navigation Bar.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Battery Preservation Mode for dark emergency environments.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Persistent preference saving in localStorage.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Seamless transition across all dashboard components.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RESCUE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NDRF Tactical Command Grid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Step-by-Step Vanishing Workflows &amp; Operational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⚡ 1-Click Vanishing Buttons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Pending ➔ [ 1-Click Accept SOS &amp; Dispatch Team ]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Accepted ➔ [ 1-Click Set Squad En Route ]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En Route ➔ [ 1-Click Set Squad Reached Scene ]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Reached ➔ [ 1-Click Mark Rescue Resolved ]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Resolved ➔ ✓ Completed Badge (Buttons vanish after use).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📊 Tactical Fleet Management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Squad Assignment Dropdown (Coast Guard Alpha, NDRF Squad 01).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Live Vector Distance Calculation (miles from Base Grid).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People Count &amp; Medical Needs Triage Indicators.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Dual Firestore Stream (sos_requests &amp; sos collections).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SUPER ADMIN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EOC Governance &amp; National Alerts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Enterprise Security, Real-Time Audit Trails &amp; Emergency Broadcasts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📢 National Emergency Broadcast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Dispatches instant real-time alerts to all civilian client dashboards.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Categories: Floods, Cyclones, Heatwaves, Evacuation Orders.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Severity Matrix: Critical, Warning, Advisory.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Synced live via Firestore onSnapshot() broadcast stream.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🔐 Intelligent Audit Trail &amp; Auth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Captures all admin actions, role updates &amp; login activities.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Risk Score Engine: LOW_RISK, MEDIUM_RISK, ADMIN_ACTION.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Persistent Auth Guarantee: Users are never logged out unexpectedly.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Automatic fallback handling for auth/unauthorized-domain.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SYSTEM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Enterprise Technology Stack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Modern, Scalable &amp; Decoupled Modular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🖥️ Frontend &amp; PWA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Next.js 15 (App Router), React 19, TypeScript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Tailwind CSS, Framer Motion (Smooth UI &amp; Micro-animations)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Lucide React Iconography, Custom Theme Provider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Service Worker PWA (Offline Caching &amp; Sub-5ms Load)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⚙️ Backend &amp; Mobile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Firebase Cloud Firestore (Dual Real-Time Streams)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Render FastAPI Python AI Backend (Gemini Triage API)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Capacitor 6 Native Android Wrapper &amp; Google Android Studio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Vercel Global Edge Network Deployment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HACKATHON MILESTONES &amp; 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100% Production Verified Platform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IEEE Hack Genesis 2026 Presentation Conclusion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🏆 Hackathon Milestones Achieved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100% Clean Production Build with 0 Errors &amp; 0 Warnings.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Live Deployed Web App: https://rescueai-ai.vercel.app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Dedicated App Download Center: /download (Android APK)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Verified Android Studio Integration via Capacitor Wrapper.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2011680"/>
            <a:ext cx="5166360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219456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🚀 Future Expansion Vision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Low-Earth-Orbit (LEO) Satellite SMS (Starlink / Direct-to-Cell).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Aerial Rescue Drone Swarm Telemetry &amp; Thermal Mapping.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Mesh Network Peer-to-Peer Bluetooth Civilian Triage.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Global EOC Command Center Multi-Language Support.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