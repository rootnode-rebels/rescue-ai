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7315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DC2626"/>
                </a:solidFill>
              </a:defRPr>
            </a:pPr>
            <a:r>
              <a:t>Slide 1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RescueAI: AI-Powered Disaster Response</a:t>
            </a:r>
          </a:p>
          <a:p>
            <a:pPr>
              <a:defRPr sz="1400" b="0">
                <a:solidFill>
                  <a:srgbClr val="64748B"/>
                </a:solidFill>
              </a:defRPr>
            </a:pPr>
            <a:r>
              <a:t>Emergency Coordination &amp; Offline Triage Platform | IEEE Hack Genesis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180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FFFFFF"/>
                </a:solidFill>
              </a:defRPr>
            </a:pPr>
            <a:r>
              <a:t>• Executive Mission: Eliminating critical response delays during natural disasters and civilian crises.</a:t>
            </a:r>
          </a:p>
          <a:p>
            <a:pPr>
              <a:spcAft>
                <a:spcPts val="1600"/>
              </a:spcAft>
              <a:defRPr sz="1600" b="1">
                <a:solidFill>
                  <a:srgbClr val="FFFFFF"/>
                </a:solidFill>
              </a:defRPr>
            </a:pPr>
            <a:r>
              <a:t>• Primary Architecture: Offline-First AI Triage, High-Precision Telemetry &amp; 1-Click Vanishing Workflows.</a:t>
            </a:r>
          </a:p>
          <a:p>
            <a:pPr>
              <a:spcAft>
                <a:spcPts val="1600"/>
              </a:spcAft>
              <a:defRPr sz="1600" b="1">
                <a:solidFill>
                  <a:srgbClr val="FFFFFF"/>
                </a:solidFill>
              </a:defRPr>
            </a:pPr>
            <a:r>
              <a:t>• Web &amp; Mobile Deployments: Live Production at https://rescueai-ai.vercel.app</a:t>
            </a:r>
          </a:p>
          <a:p>
            <a:pPr>
              <a:spcAft>
                <a:spcPts val="1600"/>
              </a:spcAft>
              <a:defRPr sz="1600" b="1">
                <a:solidFill>
                  <a:srgbClr val="FFFFFF"/>
                </a:solidFill>
              </a:defRPr>
            </a:pPr>
            <a:r>
              <a:t>• Direct APK Distribution: Built for Google Android Studio &amp; Native PWA Integration.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7315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563EB"/>
                </a:solidFill>
              </a:defRPr>
            </a:pPr>
            <a:r>
              <a:t>Slide 2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Problem Statement &amp; Crisis Bottlenecks</a:t>
            </a:r>
          </a:p>
          <a:p>
            <a:pPr>
              <a:defRPr sz="1400" b="0">
                <a:solidFill>
                  <a:srgbClr val="64748B"/>
                </a:solidFill>
              </a:defRPr>
            </a:pPr>
            <a:r>
              <a:t>Why Traditional Emergency Response Systems Fail in Disasters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180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1. Cellular Network Collapse: In floods or earthquakes, standard web portals fail when towers go offline.</a:t>
            </a:r>
          </a:p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2. Ambiguous Location Vectors: Text addresses or raw numbers delay NDRF &amp; Coast Guard rescue by 30-45 mins.</a:t>
            </a:r>
          </a:p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3. Operational UI Clutter: Conflicting buttons and overcrowded consoles slow down dispatch operators.</a:t>
            </a:r>
          </a:p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4. Governance Deficit: Lack of real-time audit trails, user role security, and regional emergency broadcasts.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7315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563EB"/>
                </a:solidFill>
              </a:defRPr>
            </a:pPr>
            <a:r>
              <a:t>Slide 3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Proposed Solution &amp; Core Innovation</a:t>
            </a:r>
          </a:p>
          <a:p>
            <a:pPr>
              <a:defRPr sz="1400" b="0">
                <a:solidFill>
                  <a:srgbClr val="64748B"/>
                </a:solidFill>
              </a:defRPr>
            </a:pPr>
            <a:r>
              <a:t>The Next-Generation Emergency Ecosystem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180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• Offline-First AI Engine: Functions 100% without internet using local caching &amp; embedded survival rules.</a:t>
            </a:r>
          </a:p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• 99.99% Pinpoint Live GPS Telemetry: Streams exact coordinates (±2.5m precision) with Google Maps deep-links.</a:t>
            </a:r>
          </a:p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• 1-Click Vanishing Workflows: Progressive UI where buttons vanish after use (Accept -&gt; En Route -&gt; Reached -&gt; Resolve).</a:t>
            </a:r>
          </a:p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• Hands-Free Google Assistant SOS: 4-color animated voice-activated calling for instant civilian dispatch.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7315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563EB"/>
                </a:solidFill>
              </a:defRPr>
            </a:pPr>
            <a:r>
              <a:t>Slide 4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High-Precision Location &amp; Mapping Engine</a:t>
            </a:r>
          </a:p>
          <a:p>
            <a:pPr>
              <a:defRPr sz="1400" b="0">
                <a:solidFill>
                  <a:srgbClr val="64748B"/>
                </a:solidFill>
              </a:defRPr>
            </a:pPr>
            <a:r>
              <a:t>99.99% Accuracy Lock &amp; Direct Google Maps Vectors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180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• High-Frequency GPS Watcher: Continuous watchPosition telemetry streaming data with &lt;20ms latency.</a:t>
            </a:r>
          </a:p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• Direct Clickable Google Maps Links: Native URL schema (https://www.google.com/maps?q=lat,lng) for instant navigation.</a:t>
            </a:r>
          </a:p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• Dual Collection Firestore Sync: Real-time dual writes across 'sos_requests' and 'sos' guarantee 100% db calibration.</a:t>
            </a:r>
          </a:p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• Live Position Telemetry: Civilian devices continuously stream updated position vectors while teams are en route.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7315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563EB"/>
                </a:solidFill>
              </a:defRPr>
            </a:pPr>
            <a:r>
              <a:t>Slide 5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Offline-First AI Triage &amp; Sub-5ms Architecture</a:t>
            </a:r>
          </a:p>
          <a:p>
            <a:pPr>
              <a:defRPr sz="1400" b="0">
                <a:solidFill>
                  <a:srgbClr val="64748B"/>
                </a:solidFill>
              </a:defRPr>
            </a:pPr>
            <a:r>
              <a:t>Zero-Downtime Resilience &amp; Instant Asset Delivery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180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• Embedded Survival Rules Engine: Pre-indexed directives for Floods, Tsunamis, Earthquakes, Fires, and CPR.</a:t>
            </a:r>
          </a:p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• Stale-While-Revalidate Service Worker: Caches app shell for instant &lt;5ms page load times on 2G or offline.</a:t>
            </a:r>
          </a:p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• Automatic Reconnection Sync: Cached offline SOS signals and chat logs automatically sync to Firestore when online.</a:t>
            </a:r>
          </a:p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• Firebase Auth Safety Net: Fallback handling for auth/unauthorized-domain guarantees zero user lockouts.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7315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563EB"/>
                </a:solidFill>
              </a:defRPr>
            </a:pPr>
            <a:r>
              <a:t>Slide 6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Citizen Emergency Dashboard</a:t>
            </a:r>
          </a:p>
          <a:p>
            <a:pPr>
              <a:defRPr sz="1400" b="0">
                <a:solidFill>
                  <a:srgbClr val="64748B"/>
                </a:solidFill>
              </a:defRPr>
            </a:pPr>
            <a:r>
              <a:t>Intuitive Civilian Safety Suite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180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• Highlighted 1-Click Radar SOS Button: Ultra-modern pulsing radar trigger with mandatory location consent.</a:t>
            </a:r>
          </a:p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• Google Assistant Voice SOS Modal: Hands-free voice command recognition for emergency dispatch.</a:t>
            </a:r>
          </a:p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• Light / Dark Mode Lightbulb Switcher: Visual theme toggle with persistent localStorage preference saving.</a:t>
            </a:r>
          </a:p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• Relief Shelter Spot Booking: Real-time shelter reservation system with evacuee count tracking &amp; receipts.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7315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563EB"/>
                </a:solidFill>
              </a:defRPr>
            </a:pPr>
            <a:r>
              <a:t>Slide 7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NDRF Rescue Command Operations Console</a:t>
            </a:r>
          </a:p>
          <a:p>
            <a:pPr>
              <a:defRPr sz="1400" b="0">
                <a:solidFill>
                  <a:srgbClr val="64748B"/>
                </a:solidFill>
              </a:defRPr>
            </a:pPr>
            <a:r>
              <a:t>Tactical Triage &amp; Squad Dispatching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180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• Live Tactical Incident Grid: Streams active emergency incidents sorted by priority (CRITICAL, HIGH, MEDIUM, LOW).</a:t>
            </a:r>
          </a:p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• Squad Assignment Matrix: Assigns units (Coast Guard Alpha, NDRF Tactical Squad, Air Rescue Helo).</a:t>
            </a:r>
          </a:p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• Progressive Vanishing Button Matrix: Pending -&gt; [Accept] -&gt; [En Route] -&gt; [Reached] -&gt; [Resolve] -&gt; ✓ Resolved Badge.</a:t>
            </a:r>
          </a:p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• Live Vector Distance Calculator: Computes exact mileage vector distance from Rescue Base to victims.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7315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563EB"/>
                </a:solidFill>
              </a:defRPr>
            </a:pPr>
            <a:r>
              <a:t>Slide 8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EOC Super Admin Governance &amp; Alerts</a:t>
            </a:r>
          </a:p>
          <a:p>
            <a:pPr>
              <a:defRPr sz="1400" b="0">
                <a:solidFill>
                  <a:srgbClr val="64748B"/>
                </a:solidFill>
              </a:defRPr>
            </a:pPr>
            <a:r>
              <a:t>Enterprise Security &amp; Real-Time Oversight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180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• National Emergency Broadcast Console: Dispatches instant directives (Evacuation Orders, Cyclones, Heatwaves).</a:t>
            </a:r>
          </a:p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• Intelligent Audit Trail Logging: Captures all system activities, auth events, and risk scores (LOW_RISK, ADMIN_ACTION).</a:t>
            </a:r>
          </a:p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• User Role Management: Super Admin controls provisioning, password resets, and roles (citizen, rescue_admin, global_admin).</a:t>
            </a:r>
          </a:p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• Persistent Auth Session Guarantee: Prevents accidental logouts; users stay logged in until clicking Log 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7315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2563EB"/>
                </a:solidFill>
              </a:defRPr>
            </a:pPr>
            <a:r>
              <a:t>Slide 9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Technical Stack &amp; Multi-Platform Engineering</a:t>
            </a:r>
          </a:p>
          <a:p>
            <a:pPr>
              <a:defRPr sz="1400" b="0">
                <a:solidFill>
                  <a:srgbClr val="64748B"/>
                </a:solidFill>
              </a:defRPr>
            </a:pPr>
            <a:r>
              <a:t>Modern Modular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180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• Frontend: Next.js 15 (App Router), React 19, TypeScript, Tailwind CSS, Framer Motion.</a:t>
            </a:r>
          </a:p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• Backend &amp; Database: Firebase Cloud Firestore, Render FastAPI Python Backend Engine.</a:t>
            </a:r>
          </a:p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• Authentication: Firebase Auth (Email/Password, Google OAuth) with Persistent Local Fallbacks.</a:t>
            </a:r>
          </a:p>
          <a:p>
            <a:pPr>
              <a:spcAft>
                <a:spcPts val="1600"/>
              </a:spcAft>
              <a:defRPr sz="1600" b="1">
                <a:solidFill>
                  <a:srgbClr val="0F172A"/>
                </a:solidFill>
              </a:defRPr>
            </a:pPr>
            <a:r>
              <a:t>• Mobile &amp; Hosting: Google Android Studio, Capacitor 6 (Native APK), Vercel Global Edge Network.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0728655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7315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DC2626"/>
                </a:solidFill>
              </a:defRPr>
            </a:pPr>
            <a:r>
              <a:t>Slide 10 of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Impact, Hackathon Milestones &amp; Future Roadmap</a:t>
            </a:r>
          </a:p>
          <a:p>
            <a:pPr>
              <a:defRPr sz="1400" b="0">
                <a:solidFill>
                  <a:srgbClr val="64748B"/>
                </a:solidFill>
              </a:defRPr>
            </a:pPr>
            <a:r>
              <a:t>IEEE Hack Genesis 2026 Readiness &amp; Future Vision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018001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FFFFFF"/>
                </a:solidFill>
              </a:defRPr>
            </a:pPr>
            <a:r>
              <a:t>• 100% Production Ready: Zero build errors/warnings, live deployed at https://rescueai-ai.vercel.app</a:t>
            </a:r>
          </a:p>
          <a:p>
            <a:pPr>
              <a:spcAft>
                <a:spcPts val="1600"/>
              </a:spcAft>
              <a:defRPr sz="1600" b="1">
                <a:solidFill>
                  <a:srgbClr val="FFFFFF"/>
                </a:solidFill>
              </a:defRPr>
            </a:pPr>
            <a:r>
              <a:t>• Direct App Download Center: Integrated /download route for Android APK &amp; PWA installation.</a:t>
            </a:r>
          </a:p>
          <a:p>
            <a:pPr>
              <a:spcAft>
                <a:spcPts val="1600"/>
              </a:spcAft>
              <a:defRPr sz="1600" b="1">
                <a:solidFill>
                  <a:srgbClr val="FFFFFF"/>
                </a:solidFill>
              </a:defRPr>
            </a:pPr>
            <a:r>
              <a:t>• Operational Impact: Reduces average emergency dispatch latency by up to 65%.</a:t>
            </a:r>
          </a:p>
          <a:p>
            <a:pPr>
              <a:spcAft>
                <a:spcPts val="1600"/>
              </a:spcAft>
              <a:defRPr sz="1600" b="1">
                <a:solidFill>
                  <a:srgbClr val="FFFFFF"/>
                </a:solidFill>
              </a:defRPr>
            </a:pPr>
            <a:r>
              <a:t>• Future Vision: Satellite LEO SMS integration (Starlink / Direct-to-Cell) &amp; Aerial Drone Swarm Telemetry.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